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639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MonadChat is Superchat without the platform: viewers pay to speak in stream chat, streamers keep one hundred percent and get it the same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demand already exists. Chat is the most engaged surface of a stream and it earns the streamer nothing. Fans already pay to be seen — Superchat is a billion-dollar behavior. But the platform takes thirty to fifty percent and pays out in weeks. The demand is proven, the rails are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why has nobody shipped this? Because on old chains it was impossible. Twelve seconds to confirm a message kills the conversation. Fifteen to thirty TPS for the whole planet — one busy stream’s chat outruns the entire chain. Dollars of gas eat the word many times over. And bots flood a paid room with no spam control. Every message as a payment was an obvious idea no one could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now it works — because of Monad. Four hundred millisecond blocks: a message lands before the reply is typed, we measured half a second today, live. Fees are near zero, so the streamer keeps the money. Throughput takes a whole platform of chat as normal load. And spam self-destructs: the network itself rate-limits every wallet, and spamming burns the spammer’s own 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it works: a fan pays per word — no wallet setup, the browser creates one, you are typing in ten seconds. The streamer is paid the same second, one hundred percent. And it plugs into any stream — Twitch, YouTube, Kick — with an OBS overlay right on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 is a revenue stream now. Open the demo, write a word, and watch it land in half a second.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MonadChat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554480"/>
            <a:ext cx="11155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8000"/>
              </a:lnSpc>
              <a:buNone/>
            </a:pPr>
            <a:r>
              <a:rPr lang="en-US" sz="8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Chat where
words cost </a:t>
            </a:r>
            <a:r>
              <a:rPr lang="en-US" sz="8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money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80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Superchat — without the platform. </a:t>
            </a:r>
            <a:r>
              <a:rPr lang="en-US" sz="21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Streamers keep 100%, paid the same second.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BLITZ · AMSTERDAM ·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6035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monadchat-rvfc1.vercel.app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STREAMERS WANT TO GET PAID FOR CHAT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045952" y="457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500"/>
              </a:lnSpc>
              <a:buNone/>
            </a:pPr>
            <a:r>
              <a:rPr lang="en-US" sz="2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is the most engaged part of every stream —</a:t>
            </a:r>
            <a:endParaRPr lang="en-US" sz="2700" dirty="0"/>
          </a:p>
          <a:p>
            <a:pPr marL="0" indent="0">
              <a:lnSpc>
                <a:spcPts val="3500"/>
              </a:lnSpc>
              <a:buNone/>
            </a:pPr>
            <a:r>
              <a:rPr lang="en-US" sz="2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it pays the streamer nothing.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Fans already pay to be seen — Super chat on YouTube, bits on Twitch.</a:t>
            </a: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 platform stands between every fan and every streamer: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7490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30–50%</a:t>
            </a:r>
            <a:endParaRPr lang="en-US" sz="9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41148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9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take weeks to payout · their rules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demand is proven. The rails are broken.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OLD BLOCKCHAINS THIS WAS IMPOSSIBLE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045952" y="457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8823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12+ seconds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199796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confirm a message — the conversation is dead on arrival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3979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15–30 TPS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304952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whole world — one busy stream’s chat outruns the entire chain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9135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$1–5 of gas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410108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message — the fee eats the word many times over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“Every message is a payment” was an obvious idea no one could ship.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MAKES IT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045952" y="457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83545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0.5s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2148137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message lands on chain before the reply is typed — we measured it, live, today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53977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~$0 fees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3318569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rail costs a fraction of the word — streamers keep the money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24409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10,000 TPS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4489001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entire platform's chat is normal load, not an attack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MONADCHAT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045952" y="457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dirty="0">
                <a:solidFill>
                  <a:srgbClr val="8A8274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4173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 pays per message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9659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wallet setup — the browser creates one; typing in ten seconds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61488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dirty="0">
                <a:solidFill>
                  <a:srgbClr val="8A8274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2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8346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streamer is paid the same second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38328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of the price, straight to their wallet — no payout 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78808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dirty="0">
                <a:solidFill>
                  <a:srgbClr val="8A8274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3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2519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plugs into any stream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48006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Twitch · YouTube · Kick — plus an OBS overlay on the video itself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streamer sets the price of a word. Spam gets expensive; attention gets honestly paid for.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Chat is a revenue stream now.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6118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monadchat-rvfc1.vercel.app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demo · write a word · watch it land in half a second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035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 0xba3c36b0…4be8 — verified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6035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BLITZ · AMSTERDAM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676</Words>
  <Application>Microsoft Macintosh PowerPoint</Application>
  <PresentationFormat>Widescreen</PresentationFormat>
  <Paragraphs>60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Alsina</vt:lpstr>
      <vt:lpstr>Arial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Bulgaru, Nichita (Stud. DACS / Alumni DACS)</cp:lastModifiedBy>
  <cp:revision>2</cp:revision>
  <dcterms:created xsi:type="dcterms:W3CDTF">2026-08-29T14:45:17Z</dcterms:created>
  <dcterms:modified xsi:type="dcterms:W3CDTF">2026-08-29T14:49:21Z</dcterms:modified>
</cp:coreProperties>
</file>