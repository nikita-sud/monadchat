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MonadChat is Superchat without the platform: viewers pay to speak in stream chat, streamers keep one hundred percent and get it the same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demand already exists. Chat is the most engaged surface of a stream and it earns the streamer nothing. Fans already pay to be seen — Superchat is a billion-dollar behavior. But the platform takes thirty to fifty percent and pays out in weeks. The demand is proven, the rails are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why has nobody shipped this? Because on old chains it was impossible. Twelve seconds to confirm a message kills the conversation. Fifteen to thirty TPS for the whole planet — one busy stream’s chat outruns the entire chain. Dollars of gas eat the word many times over. And bots flood a paid room with no spam control. Every message as a payment was an obvious idea no one could 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now it works — because of Monad. Four hundred millisecond blocks: a message lands before the reply is typed, we measured half a second today, live. Fees are near zero, so the streamer keeps the money. Throughput takes a whole platform of chat as normal load. And spam self-destructs: the network itself rate-limits every wallet, and spamming burns the spammer’s own 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works: a fan pays per word — no wallet setup, the browser creates one, you are typing in ten seconds. The streamer is paid the same second, one hundred percent. And it plugs into any stream — Twitch, YouTube, Kick — with an OBS overlay right on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this is not a concept — it is live right now. Real rooms, real MON moving, the latency printed on every message. A sixty-seven line verified contract and zero servers — the chain is the backend. Try it from your phone while I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 is a revenue stream now. Open the demo, write a word, and watch it land in half a second.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73913"/>
            <a:ext cx="261518" cy="261518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8174" y="376733"/>
            <a:ext cx="365760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MonadChat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where
</a:t>
            </a:r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words cost </a:t>
            </a:r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money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51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Superchat — without the platform. </a:t>
            </a:r>
            <a:pPr indent="0" marL="0">
              <a:buNone/>
            </a:pPr>
            <a:r>
              <a:rPr lang="en-US" sz="22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Streamers keep 100%, paid the same second.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7780">
            <a:solidFill>
              <a:srgbClr val="1A17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5943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STREAMERS WANT TO GET PAID FOR CHAT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is the most engaged part of every stream —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it pays the streamer nothing.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Fans already pay to be seen — Superchat is a billion-dollar behavior.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platform stands between every fan and every streamer: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30–50%</a:t>
            </a:r>
            <a:endParaRPr lang="en-US" sz="92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4160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take</a:t>
            </a:r>
            <a:endParaRPr lang="en-US" sz="20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to payout · their rules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2700">
            <a:solidFill>
              <a:srgbClr val="D8C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demand is proven. The rails are broken.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OLD BLOCKCHAINS THIS WAS IMPOSSIBLE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12+ seconds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303520" y="14630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confirm a message — the conversation is dead on arrival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04872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15–30 TPS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249631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whole world — one busy stream’s chat outruns the entire chain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38144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$1–5 of gas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3529584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message — the fee eats the word many times over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71416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zero spam control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4562856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bots flood a paid room faster than any server can ban them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12700">
            <a:solidFill>
              <a:srgbClr val="D8CDB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message is a payment” was an obvious idea no one could ship.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4EF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MAKES IT WORK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BFB6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4A44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0.5s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303520" y="1490472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message lands on chain before the reply is typed — we measured it, live, today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9631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~$0 fees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2660904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rail costs a fraction of the word — streamers keep the money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6674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10,000 TPS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3831336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entire platform's chat is normal load, not an attack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7176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spam self-destructs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50017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5DFD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network rate-limits every wallet — spamming burns the spammer’s own gas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MONADCHAT WORKS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5087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 pays per word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7568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wallet setup — the browser creates one; typing in ten seconds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is paid the same second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49300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of the price, straight to their wallet — no payout day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51960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3434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plugs into any stream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91032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Twitch · YouTube · Kick — plus an OBS overlay on the video itself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2700">
            <a:solidFill>
              <a:srgbClr val="D8CDB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168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sets the price of a word. Spam gets expensive; attention gets honestly paid for.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TODAY — NOT A CONCEPT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11137392" y="411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168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1091672" cy="0"/>
          </a:xfrm>
          <a:prstGeom prst="line">
            <a:avLst/>
          </a:prstGeom>
          <a:noFill/>
          <a:ln w="15240">
            <a:solidFill>
              <a:srgbClr val="1A17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25880"/>
            <a:ext cx="6400800" cy="4114800"/>
          </a:xfrm>
          <a:prstGeom prst="rect">
            <a:avLst/>
          </a:prstGeom>
          <a:solidFill>
            <a:srgbClr val="ECE4D3"/>
          </a:solidFill>
          <a:ln w="15240">
            <a:solidFill>
              <a:srgbClr val="1A17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5544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A17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45920" y="1664208"/>
            <a:ext cx="91440" cy="91440"/>
          </a:xfrm>
          <a:prstGeom prst="ellipse">
            <a:avLst/>
          </a:prstGeom>
          <a:solidFill>
            <a:srgbClr val="1C6B4A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993392"/>
            <a:ext cx="6400800" cy="0"/>
          </a:xfrm>
          <a:prstGeom prst="line">
            <a:avLst/>
          </a:prstGeom>
          <a:noFill/>
          <a:ln w="12700">
            <a:solidFill>
              <a:srgbClr val="1A17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286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F3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</a:t>
            </a:r>
            <a:pPr indent="0" marL="0"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gm Amsterdam — this line cost money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2889504"/>
            <a:ext cx="4206240" cy="0"/>
          </a:xfrm>
          <a:prstGeom prst="line">
            <a:avLst/>
          </a:prstGeom>
          <a:noFill/>
          <a:ln w="12700">
            <a:solidFill>
              <a:srgbClr val="71685A"/>
            </a:solidFill>
            <a:prstDash val="sysDot"/>
          </a:ln>
        </p:spPr>
      </p:sp>
      <p:sp>
        <p:nvSpPr>
          <p:cNvPr id="11" name="Text 9"/>
          <p:cNvSpPr txBox="1"/>
          <p:nvPr/>
        </p:nvSpPr>
        <p:spPr>
          <a:xfrm>
            <a:off x="4754880" y="26883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2918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nad_holder</a:t>
            </a:r>
            <a:pPr indent="0" marL="0"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every message here is a transaction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68680" y="3895344"/>
            <a:ext cx="4206240" cy="0"/>
          </a:xfrm>
          <a:prstGeom prst="line">
            <a:avLst/>
          </a:prstGeom>
          <a:noFill/>
          <a:ln w="12700">
            <a:solidFill>
              <a:srgbClr val="71685A"/>
            </a:solidFill>
            <a:prstDash val="sysDot"/>
          </a:ln>
        </p:spPr>
      </p:sp>
      <p:sp>
        <p:nvSpPr>
          <p:cNvPr id="14" name="Text 12"/>
          <p:cNvSpPr txBox="1"/>
          <p:nvPr/>
        </p:nvSpPr>
        <p:spPr>
          <a:xfrm>
            <a:off x="4754880" y="36941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2976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blitz_fan</a:t>
            </a:r>
            <a:pPr indent="0" marL="0"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watch the badge → half a second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68680" y="4901184"/>
            <a:ext cx="4206240" cy="0"/>
          </a:xfrm>
          <a:prstGeom prst="line">
            <a:avLst/>
          </a:prstGeom>
          <a:noFill/>
          <a:ln w="12700">
            <a:solidFill>
              <a:srgbClr val="71685A"/>
            </a:solidFill>
            <a:prstDash val="sysDot"/>
          </a:ln>
        </p:spPr>
      </p:sp>
      <p:sp>
        <p:nvSpPr>
          <p:cNvPr id="17" name="Text 15"/>
          <p:cNvSpPr txBox="1"/>
          <p:nvPr/>
        </p:nvSpPr>
        <p:spPr>
          <a:xfrm>
            <a:off x="4754880" y="47000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 · 0.55s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0" y="166420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35240" y="1554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rooms, real MON moving today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0" y="253288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35240" y="24231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 printed on every message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15200" y="340156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35240" y="32918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67-line contract — verified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0" y="4270248"/>
            <a:ext cx="146304" cy="146304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4160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servers: the chain is the backend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5029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from your phone right now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7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65683"/>
            <a:ext cx="241402" cy="241402"/>
          </a:xfrm>
          <a:prstGeom prst="rect">
            <a:avLst/>
          </a:prstGeom>
          <a:solidFill>
            <a:srgbClr val="BF3A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8058" y="391363"/>
            <a:ext cx="3657600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MonadChat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4EFE6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is a revenue stream now.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FB6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demo · write a word · watch it land in half a second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806440"/>
            <a:ext cx="11091672" cy="0"/>
          </a:xfrm>
          <a:prstGeom prst="line">
            <a:avLst/>
          </a:prstGeom>
          <a:noFill/>
          <a:ln w="12700">
            <a:solidFill>
              <a:srgbClr val="4A44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943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B6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0xba3c36b0…4be8 — verified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5943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BFB6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2026-08-29T14:27:42Z</dcterms:created>
  <dcterms:modified xsi:type="dcterms:W3CDTF">2026-08-29T14:27:42Z</dcterms:modified>
</cp:coreProperties>
</file>