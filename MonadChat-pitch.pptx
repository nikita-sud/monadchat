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MonadChat is Superchat without the platform: viewers pay to speak in stream chat, streamers keep one hundred percent and get it the same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demand already exists. Chat is the most engaged surface of a stream and it earns the streamer nothing. Fans already pay to be seen — Superchat is a billion-dollar behavior. But the platform takes thirty to fifty percent and pays out in weeks. The demand is proven, the rails are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why has nobody shipped this? Because on old chains it was impossible. Twelve seconds to confirm a message kills the conversation. Fifteen to thirty TPS for the whole planet — one busy stream’s chat outruns the entire chain. Dollars of gas eat the word many times over. And bots flood a paid room with no spam control. Every message as a payment was an obvious idea no one could 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now it works — because of Monad. Four hundred millisecond blocks: a message lands before the reply is typed, we measured half a second today, live. Fees are near zero, so the streamer keeps the money. Throughput takes a whole platform of chat as normal load. And spam self-destructs: the network itself rate-limits every wallet, and spamming burns the spammer’s own 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works: a fan pays per word — no wallet setup, the browser creates one, you are typing in ten seconds. The streamer is paid the same second, one hundred percent. And it plugs into any stream — Twitch, YouTube, Kick — with an OBS overlay right on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this is not a concept — it is live right now. Real rooms, real MON moving, the latency printed on every message. A sixty-seven line verified contract and zero servers — the chain is the backend. Try it from your phone while I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Chat is a revenue stream now. Open the demo, write a word, and watch it land in half a second.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669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MonadChat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554480"/>
            <a:ext cx="11155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where
</a:t>
            </a:r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words cost </a:t>
            </a:r>
            <a:pPr indent="0" marL="0">
              <a:lnSpc>
                <a:spcPts val="8000"/>
              </a:lnSpc>
              <a:buNone/>
            </a:pPr>
            <a:r>
              <a:rPr lang="en-US" sz="8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money</a:t>
            </a:r>
            <a:endParaRPr lang="en-US" sz="8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480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Superchat — without the platform. </a:t>
            </a:r>
            <a:pPr indent="0" marL="0">
              <a:buNone/>
            </a:pPr>
            <a:r>
              <a:rPr lang="en-US" sz="21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Streamers keep 100%, paid the same second.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STREAMERS WANT TO GET PAID FOR CHAT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00"/>
              </a:lnSpc>
              <a:buNone/>
            </a:pPr>
            <a:r>
              <a:rPr lang="en-US" sz="2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is the most engaged part of every stream —</a:t>
            </a:r>
            <a:endParaRPr lang="en-US" sz="2700" dirty="0"/>
          </a:p>
          <a:p>
            <a:pPr indent="0" marL="0">
              <a:lnSpc>
                <a:spcPts val="3500"/>
              </a:lnSpc>
              <a:buNone/>
            </a:pPr>
            <a:r>
              <a:rPr lang="en-US" sz="2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it pays the streamer nothing.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Fans already pay to be seen — Superchat is a billion-dollar behavior.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the platform stands between every fan and every streamer: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74904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30–50%</a:t>
            </a:r>
            <a:endParaRPr lang="en-US" sz="9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41148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platform take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to payout · their rules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demand is proven. The rails are broken.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OLD BLOCKCHAINS THIS WAS IMPOSSIBLE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12+ seconds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13898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confirm a message — the conversation is dead on arrival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317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15–30 TPS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24414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whole world — one busy stream’s chat outruns the entire chain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832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$1–5 of gas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349300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message — the fee eats the word many times over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zero spam control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454456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bots flood a paid room faster than any server can ban them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“Every message is a payment” was an obvious idea no one could ship.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MAKES IT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8016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0.5s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1444752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message lands on chain before the reply is typed — we measured it, live, today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50592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~$0 fees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2615184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rail costs a fraction of the word — streamers keep the money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2102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10,000 TPS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3785616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entire platform's chat is normal load, not an attack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791456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BF3A1E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spam self-destructs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4956048"/>
            <a:ext cx="6217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network rate-limits every wallet — spamming burns the spammer’s own gas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MONADCHAT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44168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8A8274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1</a:t>
            </a:r>
            <a:endParaRPr lang="en-US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417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fan pays per word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96596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wallet setup — the browser creates one; typing in ten seconds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61488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8A8274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2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83464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is paid the same second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338328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 of the price, straight to their wallet — no payout 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78808"/>
            <a:ext cx="822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8A8274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3</a:t>
            </a:r>
            <a:endParaRPr lang="en-US" sz="56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425196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plugs into any stream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480060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Twitch · YouTube · Kick — plus an OBS overlay on the video itself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streamer sets the price of a word. Spam gets expensive; attention gets honestly paid for.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TODAY — NOT A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1045952" y="4572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3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mona</a:t>
            </a:r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gm Amsterdam — this line cost money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B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nad_holder</a:t>
            </a:r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every message here is a transaction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0632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6576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5A8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blitz_fan</a:t>
            </a:r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·  watch the badge → half a second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1148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6B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 · 0.55s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554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real rooms, real MON moving today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23317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latency printed on every message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31089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 67-line contract — verified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8862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7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zero servers: the chain is the backend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48463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 from your phone right now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1A1712"/>
                </a:solidFill>
                <a:latin typeface="Alsina" pitchFamily="34" charset="0"/>
                <a:ea typeface="Alsina" pitchFamily="34" charset="-122"/>
                <a:cs typeface="Alsina" pitchFamily="34" charset="-120"/>
              </a:rPr>
              <a:t>Chat is a revenue stream now.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611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F3A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monadchat-rvfc1.vercel.app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89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8A827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the demo · write a word · watch it land in half a second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035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 0xba3c36b0…4be8 — verified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6035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8A82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MONAD BLITZ · AMSTERDAM ·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2026-08-29T14:45:17Z</dcterms:created>
  <dcterms:modified xsi:type="dcterms:W3CDTF">2026-08-29T14:45:17Z</dcterms:modified>
</cp:coreProperties>
</file>